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3" r:id="rId5"/>
  </p:sldIdLst>
  <p:sldSz cx="12192000" cy="6858000"/>
  <p:notesSz cx="6858000" cy="9144000"/>
  <p:defaultTextStyle>
    <a:defPPr>
      <a:defRPr lang="es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A48F4E-50A9-4C20-9291-B3B094CE72EF}" v="48" dt="2025-12-18T02:21:22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s Campos" userId="059daf12d212593a" providerId="LiveId" clId="{D263D42D-A5B8-4181-93C5-81047DA960F7}"/>
    <pc:docChg chg="custSel addSld delSld modSld">
      <pc:chgData name="Andrés Campos" userId="059daf12d212593a" providerId="LiveId" clId="{D263D42D-A5B8-4181-93C5-81047DA960F7}" dt="2025-12-18T02:21:38.704" v="337" actId="1076"/>
      <pc:docMkLst>
        <pc:docMk/>
      </pc:docMkLst>
      <pc:sldChg chg="modSp mod">
        <pc:chgData name="Andrés Campos" userId="059daf12d212593a" providerId="LiveId" clId="{D263D42D-A5B8-4181-93C5-81047DA960F7}" dt="2025-12-18T00:28:14.076" v="1" actId="27636"/>
        <pc:sldMkLst>
          <pc:docMk/>
          <pc:sldMk cId="3780165040" sldId="256"/>
        </pc:sldMkLst>
        <pc:spChg chg="mod">
          <ac:chgData name="Andrés Campos" userId="059daf12d212593a" providerId="LiveId" clId="{D263D42D-A5B8-4181-93C5-81047DA960F7}" dt="2025-12-18T00:28:14.076" v="1" actId="27636"/>
          <ac:spMkLst>
            <pc:docMk/>
            <pc:sldMk cId="3780165040" sldId="256"/>
            <ac:spMk id="3" creationId="{FAF0367F-E14F-97B7-4E5F-12975705632D}"/>
          </ac:spMkLst>
        </pc:spChg>
      </pc:sldChg>
      <pc:sldChg chg="addSp delSp modSp mod setBg">
        <pc:chgData name="Andrés Campos" userId="059daf12d212593a" providerId="LiveId" clId="{D263D42D-A5B8-4181-93C5-81047DA960F7}" dt="2025-12-18T01:15:48.053" v="318" actId="1076"/>
        <pc:sldMkLst>
          <pc:docMk/>
          <pc:sldMk cId="1081749677" sldId="257"/>
        </pc:sldMkLst>
        <pc:spChg chg="mod">
          <ac:chgData name="Andrés Campos" userId="059daf12d212593a" providerId="LiveId" clId="{D263D42D-A5B8-4181-93C5-81047DA960F7}" dt="2025-12-18T01:15:46.587" v="317" actId="1076"/>
          <ac:spMkLst>
            <pc:docMk/>
            <pc:sldMk cId="1081749677" sldId="257"/>
            <ac:spMk id="2" creationId="{A1D13A69-FC65-5C7E-9212-D266417B54D4}"/>
          </ac:spMkLst>
        </pc:spChg>
        <pc:spChg chg="mod">
          <ac:chgData name="Andrés Campos" userId="059daf12d212593a" providerId="LiveId" clId="{D263D42D-A5B8-4181-93C5-81047DA960F7}" dt="2025-12-18T01:15:44.212" v="316" actId="1076"/>
          <ac:spMkLst>
            <pc:docMk/>
            <pc:sldMk cId="1081749677" sldId="257"/>
            <ac:spMk id="3" creationId="{FC45A3C3-F649-D9FA-FD95-C7E8392ABD02}"/>
          </ac:spMkLst>
        </pc:spChg>
        <pc:picChg chg="add del mod ord">
          <ac:chgData name="Andrés Campos" userId="059daf12d212593a" providerId="LiveId" clId="{D263D42D-A5B8-4181-93C5-81047DA960F7}" dt="2025-12-18T00:34:02.527" v="82" actId="478"/>
          <ac:picMkLst>
            <pc:docMk/>
            <pc:sldMk cId="1081749677" sldId="257"/>
            <ac:picMk id="4" creationId="{8E0D6BD3-30F8-870A-FE34-95BF5BC93F40}"/>
          </ac:picMkLst>
        </pc:picChg>
        <pc:picChg chg="mod">
          <ac:chgData name="Andrés Campos" userId="059daf12d212593a" providerId="LiveId" clId="{D263D42D-A5B8-4181-93C5-81047DA960F7}" dt="2025-12-18T01:15:48.053" v="318" actId="1076"/>
          <ac:picMkLst>
            <pc:docMk/>
            <pc:sldMk cId="1081749677" sldId="257"/>
            <ac:picMk id="2050" creationId="{2AC6E257-C442-0075-D536-D7F2FD5D9AD0}"/>
          </ac:picMkLst>
        </pc:picChg>
        <pc:picChg chg="del mod">
          <ac:chgData name="Andrés Campos" userId="059daf12d212593a" providerId="LiveId" clId="{D263D42D-A5B8-4181-93C5-81047DA960F7}" dt="2025-12-18T01:15:29.927" v="310" actId="478"/>
          <ac:picMkLst>
            <pc:docMk/>
            <pc:sldMk cId="1081749677" sldId="257"/>
            <ac:picMk id="2052" creationId="{746AA168-044F-0872-F8B2-C478D864B9A3}"/>
          </ac:picMkLst>
        </pc:picChg>
      </pc:sldChg>
      <pc:sldChg chg="del setBg">
        <pc:chgData name="Andrés Campos" userId="059daf12d212593a" providerId="LiveId" clId="{D263D42D-A5B8-4181-93C5-81047DA960F7}" dt="2025-12-18T00:35:53.255" v="90" actId="47"/>
        <pc:sldMkLst>
          <pc:docMk/>
          <pc:sldMk cId="560471854" sldId="258"/>
        </pc:sldMkLst>
      </pc:sldChg>
      <pc:sldChg chg="addSp modSp mod setBg">
        <pc:chgData name="Andrés Campos" userId="059daf12d212593a" providerId="LiveId" clId="{D263D42D-A5B8-4181-93C5-81047DA960F7}" dt="2025-12-18T01:17:24.953" v="322" actId="20577"/>
        <pc:sldMkLst>
          <pc:docMk/>
          <pc:sldMk cId="2334115710" sldId="259"/>
        </pc:sldMkLst>
        <pc:spChg chg="mod">
          <ac:chgData name="Andrés Campos" userId="059daf12d212593a" providerId="LiveId" clId="{D263D42D-A5B8-4181-93C5-81047DA960F7}" dt="2025-12-18T00:41:55.189" v="224" actId="207"/>
          <ac:spMkLst>
            <pc:docMk/>
            <pc:sldMk cId="2334115710" sldId="259"/>
            <ac:spMk id="2" creationId="{0F43F9ED-9BFD-DA29-BFE7-BA40755FFC3F}"/>
          </ac:spMkLst>
        </pc:spChg>
        <pc:spChg chg="mod">
          <ac:chgData name="Andrés Campos" userId="059daf12d212593a" providerId="LiveId" clId="{D263D42D-A5B8-4181-93C5-81047DA960F7}" dt="2025-12-18T01:17:24.953" v="322" actId="20577"/>
          <ac:spMkLst>
            <pc:docMk/>
            <pc:sldMk cId="2334115710" sldId="259"/>
            <ac:spMk id="3" creationId="{7217259F-1732-64D3-49AF-48DA25498B23}"/>
          </ac:spMkLst>
        </pc:spChg>
        <pc:picChg chg="add mod">
          <ac:chgData name="Andrés Campos" userId="059daf12d212593a" providerId="LiveId" clId="{D263D42D-A5B8-4181-93C5-81047DA960F7}" dt="2025-12-18T00:48:44.094" v="253" actId="14100"/>
          <ac:picMkLst>
            <pc:docMk/>
            <pc:sldMk cId="2334115710" sldId="259"/>
            <ac:picMk id="1026" creationId="{1D7C3508-299E-31C9-C469-427EDBF2CA39}"/>
          </ac:picMkLst>
        </pc:picChg>
        <pc:picChg chg="add">
          <ac:chgData name="Andrés Campos" userId="059daf12d212593a" providerId="LiveId" clId="{D263D42D-A5B8-4181-93C5-81047DA960F7}" dt="2025-12-18T00:48:46.831" v="254"/>
          <ac:picMkLst>
            <pc:docMk/>
            <pc:sldMk cId="2334115710" sldId="259"/>
            <ac:picMk id="1028" creationId="{F5E978C8-90D1-8FC3-BC68-18CE9E07990D}"/>
          </ac:picMkLst>
        </pc:picChg>
        <pc:picChg chg="add mod">
          <ac:chgData name="Andrés Campos" userId="059daf12d212593a" providerId="LiveId" clId="{D263D42D-A5B8-4181-93C5-81047DA960F7}" dt="2025-12-18T00:50:34.810" v="269" actId="1076"/>
          <ac:picMkLst>
            <pc:docMk/>
            <pc:sldMk cId="2334115710" sldId="259"/>
            <ac:picMk id="1030" creationId="{F9E55FF4-45B4-C4DB-3067-16C23EF978A3}"/>
          </ac:picMkLst>
        </pc:picChg>
      </pc:sldChg>
      <pc:sldChg chg="del">
        <pc:chgData name="Andrés Campos" userId="059daf12d212593a" providerId="LiveId" clId="{D263D42D-A5B8-4181-93C5-81047DA960F7}" dt="2025-12-18T00:35:55.243" v="91" actId="47"/>
        <pc:sldMkLst>
          <pc:docMk/>
          <pc:sldMk cId="1152438658" sldId="260"/>
        </pc:sldMkLst>
      </pc:sldChg>
      <pc:sldChg chg="del">
        <pc:chgData name="Andrés Campos" userId="059daf12d212593a" providerId="LiveId" clId="{D263D42D-A5B8-4181-93C5-81047DA960F7}" dt="2025-12-18T00:35:56.191" v="92" actId="47"/>
        <pc:sldMkLst>
          <pc:docMk/>
          <pc:sldMk cId="183828555" sldId="261"/>
        </pc:sldMkLst>
      </pc:sldChg>
      <pc:sldChg chg="del">
        <pc:chgData name="Andrés Campos" userId="059daf12d212593a" providerId="LiveId" clId="{D263D42D-A5B8-4181-93C5-81047DA960F7}" dt="2025-12-18T00:36:01.741" v="93" actId="47"/>
        <pc:sldMkLst>
          <pc:docMk/>
          <pc:sldMk cId="1137625589" sldId="262"/>
        </pc:sldMkLst>
      </pc:sldChg>
      <pc:sldChg chg="addSp delSp modSp mod setBg">
        <pc:chgData name="Andrés Campos" userId="059daf12d212593a" providerId="LiveId" clId="{D263D42D-A5B8-4181-93C5-81047DA960F7}" dt="2025-12-18T02:21:38.704" v="337" actId="1076"/>
        <pc:sldMkLst>
          <pc:docMk/>
          <pc:sldMk cId="322685857" sldId="263"/>
        </pc:sldMkLst>
        <pc:spChg chg="del mod">
          <ac:chgData name="Andrés Campos" userId="059daf12d212593a" providerId="LiveId" clId="{D263D42D-A5B8-4181-93C5-81047DA960F7}" dt="2025-12-18T02:21:27.397" v="330" actId="478"/>
          <ac:spMkLst>
            <pc:docMk/>
            <pc:sldMk cId="322685857" sldId="263"/>
            <ac:spMk id="2" creationId="{33FD7F53-843F-6F58-2D26-468DA0828F27}"/>
          </ac:spMkLst>
        </pc:spChg>
        <pc:spChg chg="add del mod">
          <ac:chgData name="Andrés Campos" userId="059daf12d212593a" providerId="LiveId" clId="{D263D42D-A5B8-4181-93C5-81047DA960F7}" dt="2025-12-18T02:21:29.603" v="331" actId="478"/>
          <ac:spMkLst>
            <pc:docMk/>
            <pc:sldMk cId="322685857" sldId="263"/>
            <ac:spMk id="7" creationId="{A59E2077-C75D-3803-0243-8406E5EF47B9}"/>
          </ac:spMkLst>
        </pc:spChg>
        <pc:picChg chg="add mod">
          <ac:chgData name="Andrés Campos" userId="059daf12d212593a" providerId="LiveId" clId="{D263D42D-A5B8-4181-93C5-81047DA960F7}" dt="2025-12-18T02:21:38.704" v="337" actId="1076"/>
          <ac:picMkLst>
            <pc:docMk/>
            <pc:sldMk cId="322685857" sldId="263"/>
            <ac:picMk id="4" creationId="{E27F3333-0CEB-4295-18C7-909966121047}"/>
          </ac:picMkLst>
        </pc:picChg>
        <pc:picChg chg="del mod">
          <ac:chgData name="Andrés Campos" userId="059daf12d212593a" providerId="LiveId" clId="{D263D42D-A5B8-4181-93C5-81047DA960F7}" dt="2025-12-18T02:18:05.170" v="323" actId="478"/>
          <ac:picMkLst>
            <pc:docMk/>
            <pc:sldMk cId="322685857" sldId="263"/>
            <ac:picMk id="6" creationId="{F52DB256-E1A5-A4E3-C530-BFF7608CB887}"/>
          </ac:picMkLst>
        </pc:picChg>
      </pc:sldChg>
      <pc:sldChg chg="delSp modSp add del mod">
        <pc:chgData name="Andrés Campos" userId="059daf12d212593a" providerId="LiveId" clId="{D263D42D-A5B8-4181-93C5-81047DA960F7}" dt="2025-12-18T01:17:15.635" v="319" actId="2696"/>
        <pc:sldMkLst>
          <pc:docMk/>
          <pc:sldMk cId="4219170428" sldId="264"/>
        </pc:sldMkLst>
        <pc:spChg chg="mod">
          <ac:chgData name="Andrés Campos" userId="059daf12d212593a" providerId="LiveId" clId="{D263D42D-A5B8-4181-93C5-81047DA960F7}" dt="2025-12-18T00:54:49.810" v="305" actId="1076"/>
          <ac:spMkLst>
            <pc:docMk/>
            <pc:sldMk cId="4219170428" sldId="264"/>
            <ac:spMk id="2" creationId="{DAA4D669-B0A9-F16C-2B8D-76AB3E4A4E2E}"/>
          </ac:spMkLst>
        </pc:spChg>
        <pc:spChg chg="mod">
          <ac:chgData name="Andrés Campos" userId="059daf12d212593a" providerId="LiveId" clId="{D263D42D-A5B8-4181-93C5-81047DA960F7}" dt="2025-12-18T01:01:42.907" v="307" actId="123"/>
          <ac:spMkLst>
            <pc:docMk/>
            <pc:sldMk cId="4219170428" sldId="264"/>
            <ac:spMk id="3" creationId="{D8CDB695-3A95-DA64-F3B4-23306CD6A411}"/>
          </ac:spMkLst>
        </pc:spChg>
        <pc:picChg chg="del">
          <ac:chgData name="Andrés Campos" userId="059daf12d212593a" providerId="LiveId" clId="{D263D42D-A5B8-4181-93C5-81047DA960F7}" dt="2025-12-18T00:54:24.219" v="271" actId="478"/>
          <ac:picMkLst>
            <pc:docMk/>
            <pc:sldMk cId="4219170428" sldId="264"/>
            <ac:picMk id="2050" creationId="{EFB8ACE0-1DEA-3DA3-5AA9-2ECAC6FF0EB9}"/>
          </ac:picMkLst>
        </pc:picChg>
        <pc:picChg chg="mod">
          <ac:chgData name="Andrés Campos" userId="059daf12d212593a" providerId="LiveId" clId="{D263D42D-A5B8-4181-93C5-81047DA960F7}" dt="2025-12-18T00:54:52.821" v="306" actId="1076"/>
          <ac:picMkLst>
            <pc:docMk/>
            <pc:sldMk cId="4219170428" sldId="264"/>
            <ac:picMk id="2052" creationId="{12F5E5BD-DAF4-F319-0830-4FA72DFF262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21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52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387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32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885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12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8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476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390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28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55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59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04A6291-4F42-21E3-23FD-6DDEDAC85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lorful pencils and books">
            <a:extLst>
              <a:ext uri="{FF2B5EF4-FFF2-40B4-BE49-F238E27FC236}">
                <a16:creationId xmlns:a16="http://schemas.microsoft.com/office/drawing/2014/main" id="{37133AFE-FFA9-29A9-9829-883CF5CE28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79" b="566"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5AE0D0-A1C6-B8CC-141A-66ED2C3E2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4088" y="2822838"/>
            <a:ext cx="8975386" cy="999878"/>
          </a:xfrm>
        </p:spPr>
        <p:txBody>
          <a:bodyPr>
            <a:normAutofit/>
          </a:bodyPr>
          <a:lstStyle/>
          <a:p>
            <a:r>
              <a:rPr lang="es-US" dirty="0">
                <a:solidFill>
                  <a:schemeClr val="bg1"/>
                </a:solidFill>
              </a:rPr>
              <a:t>Proyecto Integrador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F0367F-E14F-97B7-4E5F-129757056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564" y="3992298"/>
            <a:ext cx="8877063" cy="1696241"/>
          </a:xfrm>
        </p:spPr>
        <p:txBody>
          <a:bodyPr>
            <a:normAutofit/>
          </a:bodyPr>
          <a:lstStyle/>
          <a:p>
            <a:r>
              <a:rPr lang="es-419" sz="3500" b="1" dirty="0">
                <a:solidFill>
                  <a:schemeClr val="bg1"/>
                </a:solidFill>
              </a:rPr>
              <a:t>Ing. de software</a:t>
            </a:r>
          </a:p>
          <a:p>
            <a:r>
              <a:rPr lang="es-419" sz="3000" b="1" dirty="0">
                <a:solidFill>
                  <a:schemeClr val="bg1"/>
                </a:solidFill>
              </a:rPr>
              <a:t>Lógica de programación </a:t>
            </a:r>
          </a:p>
          <a:p>
            <a:endParaRPr lang="es-US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D02BF1-D73A-27B1-CCF0-BA402CDA9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089" y="-133005"/>
            <a:ext cx="6974393" cy="345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165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13A69-FC65-5C7E-9212-D266417B5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9220" y="626155"/>
            <a:ext cx="5299588" cy="827875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s-419" sz="4000" dirty="0">
                <a:solidFill>
                  <a:schemeClr val="bg1"/>
                </a:solidFill>
              </a:rPr>
              <a:t>Juego del Ahorcado</a:t>
            </a:r>
            <a:endParaRPr lang="es-US" sz="40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5A3C3-F649-D9FA-FD95-C7E8392AB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390" y="2113854"/>
            <a:ext cx="9409248" cy="2147524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>
            <a:normAutofit/>
          </a:bodyPr>
          <a:lstStyle/>
          <a:p>
            <a:pPr algn="just"/>
            <a:r>
              <a:rPr lang="es-US" dirty="0">
                <a:solidFill>
                  <a:schemeClr val="bg1"/>
                </a:solidFill>
              </a:rPr>
              <a:t>El juego del ahorcado es un programa interactivo de carácter educativo que consiste en adivinar una palabra oculta a partir de letras ingresadas por el usuario</a:t>
            </a:r>
          </a:p>
        </p:txBody>
      </p:sp>
      <p:pic>
        <p:nvPicPr>
          <p:cNvPr id="2050" name="Picture 2" descr="Juegos con papel y lápiz traídos de nuestra infancia">
            <a:extLst>
              <a:ext uri="{FF2B5EF4-FFF2-40B4-BE49-F238E27FC236}">
                <a16:creationId xmlns:a16="http://schemas.microsoft.com/office/drawing/2014/main" id="{2AC6E257-C442-0075-D536-D7F2FD5D9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342" y="3838591"/>
            <a:ext cx="3746090" cy="259662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1749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3F9ED-9BFD-DA29-BFE7-BA40755FF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dirty="0">
                <a:solidFill>
                  <a:schemeClr val="bg1"/>
                </a:solidFill>
              </a:rPr>
              <a:t>Etapas del desarrollo del software</a:t>
            </a:r>
            <a:endParaRPr lang="es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7259F-1732-64D3-49AF-48DA25498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13" y="1715532"/>
            <a:ext cx="6996842" cy="4748330"/>
          </a:xfrm>
        </p:spPr>
        <p:txBody>
          <a:bodyPr/>
          <a:lstStyle/>
          <a:p>
            <a:pPr algn="just"/>
            <a:r>
              <a:rPr lang="es-US" sz="2400" dirty="0">
                <a:solidFill>
                  <a:schemeClr val="bg1"/>
                </a:solidFill>
              </a:rPr>
              <a:t>Etapa 1: Gestión de dependencias y recursos</a:t>
            </a:r>
          </a:p>
          <a:p>
            <a:pPr algn="just"/>
            <a:r>
              <a:rPr lang="es-US" sz="2400" dirty="0">
                <a:solidFill>
                  <a:schemeClr val="bg1"/>
                </a:solidFill>
              </a:rPr>
              <a:t>Etapa 2: Inicialización y configuración del juego</a:t>
            </a:r>
          </a:p>
          <a:p>
            <a:pPr algn="just"/>
            <a:r>
              <a:rPr lang="es-US" sz="2400" dirty="0">
                <a:solidFill>
                  <a:schemeClr val="bg1"/>
                </a:solidFill>
              </a:rPr>
              <a:t>Etapa 3: Bucle de captura de datos</a:t>
            </a:r>
          </a:p>
          <a:p>
            <a:pPr algn="just"/>
            <a:r>
              <a:rPr lang="es-US" sz="2400" dirty="0">
                <a:solidFill>
                  <a:schemeClr val="bg1"/>
                </a:solidFill>
              </a:rPr>
              <a:t>Etapa 4: Validación y lógica de control</a:t>
            </a:r>
          </a:p>
          <a:p>
            <a:pPr algn="just"/>
            <a:r>
              <a:rPr lang="es-US" sz="2400" dirty="0">
                <a:solidFill>
                  <a:schemeClr val="bg1"/>
                </a:solidFill>
              </a:rPr>
              <a:t>Etapa 5: Finalización y automatización del reinicio</a:t>
            </a:r>
          </a:p>
          <a:p>
            <a:endParaRPr lang="es-US" dirty="0"/>
          </a:p>
        </p:txBody>
      </p:sp>
      <p:pic>
        <p:nvPicPr>
          <p:cNvPr id="1030" name="Picture 6" descr="League of Legends | Faker: &quot;Considero que me encuentro en la época dorada  de mi carrera&quot; - AS.com">
            <a:extLst>
              <a:ext uri="{FF2B5EF4-FFF2-40B4-BE49-F238E27FC236}">
                <a16:creationId xmlns:a16="http://schemas.microsoft.com/office/drawing/2014/main" id="{F9E55FF4-45B4-C4DB-3067-16C23EF97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976" y="2564524"/>
            <a:ext cx="3904011" cy="238699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4115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7F3333-0CEB-4295-18C7-9099661210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496" y="825910"/>
            <a:ext cx="9389805" cy="499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8585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83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Neue Haas Grotesk Text Pro</vt:lpstr>
      <vt:lpstr>VanillaVTI</vt:lpstr>
      <vt:lpstr>Proyecto Integrador</vt:lpstr>
      <vt:lpstr>Juego del Ahorcado</vt:lpstr>
      <vt:lpstr>Etapas del desarrollo del software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Campos</dc:creator>
  <cp:lastModifiedBy>Andrés Campos</cp:lastModifiedBy>
  <cp:revision>1</cp:revision>
  <dcterms:created xsi:type="dcterms:W3CDTF">2025-12-17T21:06:40Z</dcterms:created>
  <dcterms:modified xsi:type="dcterms:W3CDTF">2025-12-18T02:21:40Z</dcterms:modified>
</cp:coreProperties>
</file>